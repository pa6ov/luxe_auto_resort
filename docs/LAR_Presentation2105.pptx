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3" r:id="rId5"/>
    <p:sldId id="261" r:id="rId6"/>
    <p:sldId id="262" r:id="rId7"/>
    <p:sldId id="273" r:id="rId8"/>
    <p:sldId id="27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2"/>
    <p:restoredTop sz="94737"/>
  </p:normalViewPr>
  <p:slideViewPr>
    <p:cSldViewPr snapToGrid="0" snapToObjects="1">
      <p:cViewPr varScale="1">
        <p:scale>
          <a:sx n="89" d="100"/>
          <a:sy n="89" d="100"/>
        </p:scale>
        <p:origin x="952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560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2192" y="-256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311" y="2155299"/>
            <a:ext cx="7607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lang="bg-BG" sz="2800" dirty="0"/>
              <a:t>Уеб приложение за управление и наемане на луксозни автомобили </a:t>
            </a:r>
            <a:r>
              <a:rPr sz="2800" dirty="0"/>
              <a:t>Luxe Auto Resort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311" y="4252168"/>
            <a:ext cx="96012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br>
              <a:rPr sz="1900" dirty="0"/>
            </a:br>
            <a:r>
              <a:rPr sz="1900" dirty="0" err="1"/>
              <a:t>Дипломант</a:t>
            </a:r>
            <a:r>
              <a:rPr sz="1900" dirty="0"/>
              <a:t>: Алекс </a:t>
            </a:r>
            <a:r>
              <a:rPr lang="bg-BG" sz="1900" dirty="0" err="1"/>
              <a:t>Аксениев</a:t>
            </a:r>
            <a:r>
              <a:rPr lang="bg-BG" sz="1900" dirty="0"/>
              <a:t> </a:t>
            </a:r>
            <a:r>
              <a:rPr sz="1900" dirty="0"/>
              <a:t>Пашов</a:t>
            </a:r>
            <a:r>
              <a:rPr lang="bg-BG" sz="1900" dirty="0"/>
              <a:t> 12.А №1</a:t>
            </a:r>
            <a:br>
              <a:rPr sz="1900" dirty="0"/>
            </a:br>
            <a:r>
              <a:rPr lang="bg-BG" sz="1900" dirty="0"/>
              <a:t>Дипломен ръководител</a:t>
            </a:r>
            <a:r>
              <a:rPr sz="1900" dirty="0"/>
              <a:t>: </a:t>
            </a:r>
            <a:r>
              <a:rPr sz="1900" dirty="0" err="1"/>
              <a:t>инж</a:t>
            </a:r>
            <a:r>
              <a:rPr sz="1900" dirty="0"/>
              <a:t>. Веселина </a:t>
            </a:r>
            <a:r>
              <a:rPr sz="1900" dirty="0" err="1"/>
              <a:t>Маринова</a:t>
            </a:r>
            <a:br>
              <a:rPr sz="1900" dirty="0"/>
            </a:br>
            <a:endParaRPr sz="1900" dirty="0"/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892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0072" y="1309068"/>
            <a:ext cx="40802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sz="2800" dirty="0" err="1"/>
              <a:t>Въведение</a:t>
            </a:r>
            <a:r>
              <a:rPr lang="bg-BG" sz="2800" dirty="0"/>
              <a:t> и изисквания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49951" y="2570952"/>
            <a:ext cx="539354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ECE5F0"/>
                </a:solidFill>
              </a:defRPr>
            </a:pPr>
            <a:r>
              <a:rPr sz="1900" dirty="0"/>
              <a:t>Luxe Auto Resort </a:t>
            </a:r>
            <a:r>
              <a:rPr sz="1900" dirty="0" err="1"/>
              <a:t>представлява</a:t>
            </a:r>
            <a:r>
              <a:rPr sz="1900" dirty="0"/>
              <a:t> </a:t>
            </a:r>
            <a:r>
              <a:rPr sz="1900" dirty="0" err="1"/>
              <a:t>модерна</a:t>
            </a:r>
            <a:r>
              <a:rPr sz="1900" dirty="0"/>
              <a:t> </a:t>
            </a:r>
            <a:r>
              <a:rPr sz="1900" dirty="0" err="1"/>
              <a:t>уеб</a:t>
            </a:r>
            <a:r>
              <a:rPr sz="1900" dirty="0"/>
              <a:t> </a:t>
            </a:r>
            <a:r>
              <a:rPr sz="1900" dirty="0" err="1"/>
              <a:t>базирана</a:t>
            </a:r>
            <a:r>
              <a:rPr sz="1900" dirty="0"/>
              <a:t> </a:t>
            </a:r>
            <a:r>
              <a:rPr sz="1900" dirty="0" err="1"/>
              <a:t>система</a:t>
            </a:r>
            <a:r>
              <a:rPr sz="1900" dirty="0"/>
              <a:t> </a:t>
            </a:r>
            <a:r>
              <a:rPr sz="1900" dirty="0" err="1"/>
              <a:t>за</a:t>
            </a:r>
            <a:r>
              <a:rPr sz="1900" dirty="0"/>
              <a:t> </a:t>
            </a:r>
            <a:r>
              <a:rPr sz="1900" dirty="0" err="1"/>
              <a:t>резервиране</a:t>
            </a:r>
            <a:r>
              <a:rPr sz="1900" dirty="0"/>
              <a:t> </a:t>
            </a:r>
            <a:r>
              <a:rPr sz="1900" dirty="0" err="1"/>
              <a:t>и</a:t>
            </a:r>
            <a:r>
              <a:rPr sz="1900" dirty="0"/>
              <a:t> </a:t>
            </a:r>
            <a:r>
              <a:rPr sz="1900" dirty="0" err="1"/>
              <a:t>управление</a:t>
            </a:r>
            <a:r>
              <a:rPr sz="1900" dirty="0"/>
              <a:t> </a:t>
            </a:r>
            <a:r>
              <a:rPr sz="1900" dirty="0" err="1"/>
              <a:t>на</a:t>
            </a:r>
            <a:r>
              <a:rPr sz="1900" dirty="0"/>
              <a:t> </a:t>
            </a:r>
            <a:r>
              <a:rPr sz="1900" dirty="0" err="1"/>
              <a:t>автомобили</a:t>
            </a:r>
            <a:r>
              <a:rPr sz="1900" dirty="0"/>
              <a:t> </a:t>
            </a:r>
            <a:r>
              <a:rPr sz="1900" dirty="0" err="1"/>
              <a:t>под</a:t>
            </a:r>
            <a:r>
              <a:rPr sz="1900" dirty="0"/>
              <a:t> </a:t>
            </a:r>
            <a:r>
              <a:rPr sz="1900" dirty="0" err="1"/>
              <a:t>наем</a:t>
            </a:r>
            <a:r>
              <a:rPr sz="1900" dirty="0"/>
              <a:t>. </a:t>
            </a:r>
            <a:r>
              <a:rPr sz="1900" dirty="0" err="1"/>
              <a:t>Приложението</a:t>
            </a:r>
            <a:r>
              <a:rPr sz="1900" dirty="0"/>
              <a:t> </a:t>
            </a:r>
            <a:r>
              <a:rPr sz="1900" dirty="0" err="1"/>
              <a:t>предоставя</a:t>
            </a:r>
            <a:r>
              <a:rPr sz="1900" dirty="0"/>
              <a:t> </a:t>
            </a:r>
            <a:r>
              <a:rPr sz="1900" dirty="0" err="1"/>
              <a:t>функционалности</a:t>
            </a:r>
            <a:r>
              <a:rPr sz="1900" dirty="0"/>
              <a:t> </a:t>
            </a:r>
            <a:r>
              <a:rPr sz="1900" dirty="0" err="1"/>
              <a:t>за</a:t>
            </a:r>
            <a:r>
              <a:rPr sz="1900" dirty="0"/>
              <a:t> </a:t>
            </a:r>
            <a:r>
              <a:rPr sz="1900" dirty="0" err="1"/>
              <a:t>клиенти</a:t>
            </a:r>
            <a:r>
              <a:rPr sz="1900" dirty="0"/>
              <a:t> </a:t>
            </a:r>
            <a:r>
              <a:rPr sz="1900" dirty="0" err="1"/>
              <a:t>и</a:t>
            </a:r>
            <a:r>
              <a:rPr sz="1900" dirty="0"/>
              <a:t> </a:t>
            </a:r>
            <a:r>
              <a:rPr sz="1900" dirty="0" err="1"/>
              <a:t>администратори</a:t>
            </a:r>
            <a:r>
              <a:rPr sz="1900" dirty="0"/>
              <a:t> </a:t>
            </a:r>
            <a:r>
              <a:rPr sz="1900" dirty="0" err="1"/>
              <a:t>чрез</a:t>
            </a:r>
            <a:r>
              <a:rPr sz="1900" dirty="0"/>
              <a:t> </a:t>
            </a:r>
            <a:r>
              <a:rPr sz="1900" dirty="0" err="1"/>
              <a:t>удобен</a:t>
            </a:r>
            <a:r>
              <a:rPr sz="1900" dirty="0"/>
              <a:t> </a:t>
            </a:r>
            <a:r>
              <a:rPr sz="1900" dirty="0" err="1"/>
              <a:t>и</a:t>
            </a:r>
            <a:r>
              <a:rPr sz="1900" dirty="0"/>
              <a:t> responsive </a:t>
            </a:r>
            <a:r>
              <a:rPr sz="1900" dirty="0" err="1"/>
              <a:t>потребителски</a:t>
            </a:r>
            <a:r>
              <a:rPr sz="1900" dirty="0"/>
              <a:t> </a:t>
            </a:r>
            <a:r>
              <a:rPr sz="1900" dirty="0" err="1"/>
              <a:t>интерфейс</a:t>
            </a:r>
            <a:r>
              <a:rPr sz="19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9EFAF-814B-8763-5DC9-AD4593BEB1D8}"/>
              </a:ext>
            </a:extLst>
          </p:cNvPr>
          <p:cNvSpPr txBox="1"/>
          <p:nvPr/>
        </p:nvSpPr>
        <p:spPr>
          <a:xfrm>
            <a:off x="6143493" y="2570952"/>
            <a:ext cx="57678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G" dirty="0">
                <a:solidFill>
                  <a:schemeClr val="bg1"/>
                </a:solidFill>
              </a:rPr>
              <a:t>• С</a:t>
            </a:r>
            <a:r>
              <a:rPr lang="bg-BG" dirty="0" err="1">
                <a:solidFill>
                  <a:schemeClr val="bg1"/>
                </a:solidFill>
              </a:rPr>
              <a:t>ъ</a:t>
            </a:r>
            <a:r>
              <a:rPr lang="en-BG" dirty="0">
                <a:solidFill>
                  <a:schemeClr val="bg1"/>
                </a:solidFill>
              </a:rPr>
              <a:t>здаване на администраторски и потребителски профили</a:t>
            </a:r>
          </a:p>
          <a:p>
            <a:r>
              <a:rPr lang="en-BG" dirty="0">
                <a:solidFill>
                  <a:schemeClr val="bg1"/>
                </a:solidFill>
              </a:rPr>
              <a:t>• </a:t>
            </a:r>
            <a:r>
              <a:rPr lang="bg-BG" dirty="0">
                <a:solidFill>
                  <a:schemeClr val="bg1"/>
                </a:solidFill>
              </a:rPr>
              <a:t>Из</a:t>
            </a:r>
            <a:r>
              <a:rPr lang="en-BG" dirty="0">
                <a:solidFill>
                  <a:schemeClr val="bg1"/>
                </a:solidFill>
              </a:rPr>
              <a:t>числяване на общ разход на потребител</a:t>
            </a:r>
          </a:p>
          <a:p>
            <a:r>
              <a:rPr lang="en-BG" dirty="0">
                <a:solidFill>
                  <a:schemeClr val="bg1"/>
                </a:solidFill>
              </a:rPr>
              <a:t>• </a:t>
            </a:r>
            <a:r>
              <a:rPr lang="bg-BG" dirty="0">
                <a:solidFill>
                  <a:schemeClr val="bg1"/>
                </a:solidFill>
              </a:rPr>
              <a:t>Възможност</a:t>
            </a:r>
            <a:r>
              <a:rPr lang="en-BG" dirty="0">
                <a:solidFill>
                  <a:schemeClr val="bg1"/>
                </a:solidFill>
              </a:rPr>
              <a:t> за вр</a:t>
            </a:r>
            <a:r>
              <a:rPr lang="bg-BG" dirty="0" err="1">
                <a:solidFill>
                  <a:schemeClr val="bg1"/>
                </a:solidFill>
              </a:rPr>
              <a:t>ъ</a:t>
            </a:r>
            <a:r>
              <a:rPr lang="en-BG" dirty="0">
                <a:solidFill>
                  <a:schemeClr val="bg1"/>
                </a:solidFill>
              </a:rPr>
              <a:t>зка с контактно лице</a:t>
            </a:r>
          </a:p>
          <a:p>
            <a:r>
              <a:rPr lang="en-BG" dirty="0">
                <a:solidFill>
                  <a:schemeClr val="bg1"/>
                </a:solidFill>
              </a:rPr>
              <a:t>• Вьзможност за създаване на заявка по шаблон и по избор за набор от автомобили и вариация от време</a:t>
            </a:r>
          </a:p>
          <a:p>
            <a:r>
              <a:rPr lang="en-BG" dirty="0">
                <a:solidFill>
                  <a:schemeClr val="bg1"/>
                </a:solidFill>
              </a:rPr>
              <a:t>• </a:t>
            </a:r>
            <a:r>
              <a:rPr lang="bg-BG" dirty="0">
                <a:solidFill>
                  <a:schemeClr val="bg1"/>
                </a:solidFill>
              </a:rPr>
              <a:t>Филтриране </a:t>
            </a:r>
            <a:r>
              <a:rPr lang="en-BG" dirty="0">
                <a:solidFill>
                  <a:schemeClr val="bg1"/>
                </a:solidFill>
              </a:rPr>
              <a:t>и сортиране на автомобилите</a:t>
            </a:r>
          </a:p>
          <a:p>
            <a:r>
              <a:rPr lang="en-BG" dirty="0">
                <a:solidFill>
                  <a:schemeClr val="bg1"/>
                </a:solidFill>
              </a:rPr>
              <a:t>• </a:t>
            </a:r>
            <a:r>
              <a:rPr lang="bg-BG" dirty="0">
                <a:solidFill>
                  <a:schemeClr val="bg1"/>
                </a:solidFill>
              </a:rPr>
              <a:t>Възможност</a:t>
            </a:r>
            <a:r>
              <a:rPr lang="en-BG" dirty="0">
                <a:solidFill>
                  <a:schemeClr val="bg1"/>
                </a:solidFill>
              </a:rPr>
              <a:t> за коментиране на платформата и шаблоните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561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2192" y="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9743" y="684991"/>
            <a:ext cx="38990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sz="2800" dirty="0" err="1"/>
              <a:t>Използвани</a:t>
            </a:r>
            <a:r>
              <a:rPr sz="2800" dirty="0"/>
              <a:t> </a:t>
            </a:r>
            <a:r>
              <a:rPr sz="2800" dirty="0" err="1"/>
              <a:t>технологии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544898" y="1537093"/>
            <a:ext cx="23774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ECE5F0"/>
                </a:solidFill>
              </a:defRPr>
            </a:pPr>
            <a:r>
              <a:rPr sz="1900" dirty="0"/>
              <a:t>Frontend:</a:t>
            </a:r>
            <a:br>
              <a:rPr sz="1900" dirty="0"/>
            </a:br>
            <a:r>
              <a:rPr sz="1900" dirty="0"/>
              <a:t>• HTML5</a:t>
            </a:r>
            <a:br>
              <a:rPr sz="1900" dirty="0"/>
            </a:br>
            <a:r>
              <a:rPr sz="1900" dirty="0"/>
              <a:t>• CSS3</a:t>
            </a:r>
            <a:br>
              <a:rPr sz="1900" dirty="0"/>
            </a:br>
            <a:r>
              <a:rPr sz="1900" dirty="0"/>
              <a:t>• JavaScript</a:t>
            </a:r>
            <a:br>
              <a:rPr sz="1900" dirty="0"/>
            </a:b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r>
              <a:rPr sz="1900" dirty="0"/>
              <a:t>Backend:</a:t>
            </a:r>
            <a:br>
              <a:rPr sz="1900" dirty="0"/>
            </a:br>
            <a:r>
              <a:rPr sz="1900" dirty="0"/>
              <a:t>• Node.js</a:t>
            </a:r>
            <a:br>
              <a:rPr sz="1900" dirty="0"/>
            </a:br>
            <a:r>
              <a:rPr sz="1900" dirty="0"/>
              <a:t>• </a:t>
            </a:r>
            <a:r>
              <a:rPr sz="1900" dirty="0" err="1"/>
              <a:t>Express.js</a:t>
            </a:r>
            <a:br>
              <a:rPr sz="1900" dirty="0"/>
            </a:b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r>
              <a:rPr sz="1900" dirty="0"/>
              <a:t>Database</a:t>
            </a:r>
            <a:r>
              <a:rPr lang="en-US" sz="1900" dirty="0"/>
              <a:t> and Security </a:t>
            </a:r>
            <a:br>
              <a:rPr sz="1900" dirty="0"/>
            </a:br>
            <a:r>
              <a:rPr sz="1900" dirty="0"/>
              <a:t>• MySQL</a:t>
            </a:r>
            <a:br>
              <a:rPr sz="1900" dirty="0"/>
            </a:br>
            <a:r>
              <a:rPr sz="1900" dirty="0"/>
              <a:t>• JWT</a:t>
            </a:r>
            <a:br>
              <a:rPr sz="1900" dirty="0"/>
            </a:br>
            <a:r>
              <a:rPr sz="1900" dirty="0"/>
              <a:t>• </a:t>
            </a:r>
            <a:r>
              <a:rPr sz="1900" dirty="0" err="1"/>
              <a:t>bcrypt</a:t>
            </a:r>
            <a:endParaRPr sz="1900" dirty="0"/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AF487B7-D9B3-6F9A-F0AA-2310A90E3631}"/>
              </a:ext>
            </a:extLst>
          </p:cNvPr>
          <p:cNvSpPr/>
          <p:nvPr/>
        </p:nvSpPr>
        <p:spPr>
          <a:xfrm>
            <a:off x="4734662" y="1134774"/>
            <a:ext cx="4986671" cy="1695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676B7F1-EA53-E6C0-8A8E-34B11E139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956" y="1449541"/>
            <a:ext cx="983100" cy="9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058569D-A075-0C96-24D8-0A7ECCFE6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350" y="1449541"/>
            <a:ext cx="1100282" cy="110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17AD3F4-3804-D17B-5628-CE0A4C9F7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380" y="1449541"/>
            <a:ext cx="1100282" cy="110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4327D0-0F0A-B8A2-566D-72441406463B}"/>
              </a:ext>
            </a:extLst>
          </p:cNvPr>
          <p:cNvSpPr/>
          <p:nvPr/>
        </p:nvSpPr>
        <p:spPr>
          <a:xfrm>
            <a:off x="4734661" y="3010360"/>
            <a:ext cx="4986671" cy="1695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AC1262-9760-A923-53C0-DD82015C3DD5}"/>
              </a:ext>
            </a:extLst>
          </p:cNvPr>
          <p:cNvSpPr/>
          <p:nvPr/>
        </p:nvSpPr>
        <p:spPr>
          <a:xfrm>
            <a:off x="4707017" y="4850057"/>
            <a:ext cx="1871333" cy="1695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E7B96733-1014-E54C-7671-44033E338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038" y="3436586"/>
            <a:ext cx="15875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8A18CAC1-73BB-340E-0884-74370E972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432" y="3354488"/>
            <a:ext cx="3204048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MySQL">
            <a:extLst>
              <a:ext uri="{FF2B5EF4-FFF2-40B4-BE49-F238E27FC236}">
                <a16:creationId xmlns:a16="http://schemas.microsoft.com/office/drawing/2014/main" id="{AB7910FF-95DC-A608-DD5B-C18A5DF8A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959" y="5246903"/>
            <a:ext cx="1118671" cy="756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1781" y="625426"/>
            <a:ext cx="33687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lang="bg-BG" sz="2800" dirty="0"/>
              <a:t>Етапи на разработка</a:t>
            </a:r>
            <a:endParaRPr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3321A6-E8E4-82A6-CB9B-665555F46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07" y="1454033"/>
            <a:ext cx="9006698" cy="49127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101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6154" y="547987"/>
            <a:ext cx="35216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sz="2800" dirty="0" err="1"/>
              <a:t>Структура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проекта</a:t>
            </a:r>
            <a:endParaRPr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93A017-238C-C088-A4DC-4F67C236A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54" y="1401348"/>
            <a:ext cx="8999221" cy="4908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101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5732" y="412410"/>
            <a:ext cx="19527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sz="2800" dirty="0" err="1"/>
              <a:t>База</a:t>
            </a:r>
            <a:r>
              <a:rPr sz="2800" dirty="0"/>
              <a:t> </a:t>
            </a:r>
            <a:r>
              <a:rPr sz="2800" dirty="0" err="1"/>
              <a:t>данни</a:t>
            </a:r>
            <a:endParaRPr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3DD94-D721-48FE-74CB-111433136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35" y="1038101"/>
            <a:ext cx="9131488" cy="5567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561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2192" y="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2075" y="843260"/>
            <a:ext cx="67942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lang="bg-BG" sz="2800" dirty="0"/>
              <a:t>Въпроси от комисията и бъдещо развитие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777024" y="1892261"/>
            <a:ext cx="4823638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ECE5F0"/>
                </a:solidFill>
              </a:defRPr>
            </a:pPr>
            <a:r>
              <a:rPr sz="1900" dirty="0"/>
              <a:t>• </a:t>
            </a:r>
            <a:r>
              <a:rPr sz="1900" dirty="0" err="1"/>
              <a:t>Интеграция</a:t>
            </a:r>
            <a:r>
              <a:rPr sz="1900" dirty="0"/>
              <a:t> </a:t>
            </a:r>
            <a:r>
              <a:rPr sz="1900" dirty="0" err="1"/>
              <a:t>на</a:t>
            </a:r>
            <a:r>
              <a:rPr sz="1900" dirty="0"/>
              <a:t> Stripe / PayPal</a:t>
            </a: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r>
              <a:rPr sz="1900" dirty="0"/>
              <a:t>• Email </a:t>
            </a:r>
            <a:r>
              <a:rPr sz="1900" dirty="0" err="1"/>
              <a:t>известия</a:t>
            </a: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r>
              <a:rPr sz="1900" dirty="0"/>
              <a:t>• </a:t>
            </a:r>
            <a:r>
              <a:rPr sz="1900" dirty="0" err="1"/>
              <a:t>Мобилно</a:t>
            </a:r>
            <a:r>
              <a:rPr sz="1900" dirty="0"/>
              <a:t> </a:t>
            </a:r>
            <a:r>
              <a:rPr sz="1900" dirty="0" err="1"/>
              <a:t>приложение</a:t>
            </a: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r>
              <a:rPr sz="1900" dirty="0"/>
              <a:t>• </a:t>
            </a:r>
            <a:r>
              <a:rPr sz="1900" dirty="0" err="1"/>
              <a:t>Аналитични</a:t>
            </a:r>
            <a:r>
              <a:rPr sz="1900" dirty="0"/>
              <a:t> </a:t>
            </a:r>
            <a:r>
              <a:rPr sz="1900" dirty="0" err="1"/>
              <a:t>графики</a:t>
            </a: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r>
              <a:rPr sz="1900" dirty="0"/>
              <a:t>• </a:t>
            </a:r>
            <a:r>
              <a:rPr sz="1900" dirty="0" err="1"/>
              <a:t>Резервационен</a:t>
            </a:r>
            <a:r>
              <a:rPr sz="1900" dirty="0"/>
              <a:t> </a:t>
            </a:r>
            <a:r>
              <a:rPr sz="1900" dirty="0" err="1"/>
              <a:t>календар</a:t>
            </a:r>
            <a:endParaRPr lang="en-US" sz="1900" dirty="0"/>
          </a:p>
          <a:p>
            <a:pPr>
              <a:defRPr sz="1900">
                <a:solidFill>
                  <a:srgbClr val="ECE5F0"/>
                </a:solidFill>
              </a:defRPr>
            </a:pPr>
            <a:br>
              <a:rPr sz="1900" dirty="0"/>
            </a:br>
            <a:r>
              <a:rPr sz="1900" dirty="0"/>
              <a:t>• </a:t>
            </a:r>
            <a:r>
              <a:rPr sz="1900" dirty="0" err="1"/>
              <a:t>Разширени</a:t>
            </a:r>
            <a:r>
              <a:rPr sz="1900" dirty="0"/>
              <a:t> </a:t>
            </a:r>
            <a:r>
              <a:rPr sz="1900" dirty="0" err="1"/>
              <a:t>административни</a:t>
            </a:r>
            <a:r>
              <a:rPr sz="1900" dirty="0"/>
              <a:t> </a:t>
            </a:r>
            <a:r>
              <a:rPr sz="1900" dirty="0" err="1"/>
              <a:t>функции</a:t>
            </a:r>
            <a:endParaRPr sz="1900" dirty="0"/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B121-0131-AC4B-A997-779B886DD737}"/>
              </a:ext>
            </a:extLst>
          </p:cNvPr>
          <p:cNvSpPr txBox="1"/>
          <p:nvPr/>
        </p:nvSpPr>
        <p:spPr>
          <a:xfrm>
            <a:off x="891009" y="2700173"/>
            <a:ext cx="4720147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BG" sz="1900" dirty="0">
                <a:solidFill>
                  <a:schemeClr val="bg1"/>
                </a:solidFill>
              </a:rPr>
              <a:t>Каква е разликата между автентикация и оторизация?</a:t>
            </a:r>
            <a:endParaRPr lang="bg-BG" sz="19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BG" sz="19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G" sz="1900" dirty="0">
                <a:solidFill>
                  <a:schemeClr val="bg1"/>
                </a:solidFill>
              </a:rPr>
              <a:t>Да демонстрира създаването на заявка по шаблон.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E98A15"/>
          </a:solidFill>
          <a:ln>
            <a:solidFill>
              <a:srgbClr val="E98A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21281" y="2819578"/>
            <a:ext cx="90107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5F0"/>
                </a:solidFill>
              </a:defRPr>
            </a:pPr>
            <a:r>
              <a:rPr lang="bg-BG" sz="4400" dirty="0"/>
              <a:t>Благодаря Ви за вниманието</a:t>
            </a:r>
            <a:endParaRPr sz="4400" dirty="0"/>
          </a:p>
        </p:txBody>
      </p:sp>
      <p:sp>
        <p:nvSpPr>
          <p:cNvPr id="6" name="Rounded Rectangle 5"/>
          <p:cNvSpPr/>
          <p:nvPr/>
        </p:nvSpPr>
        <p:spPr>
          <a:xfrm>
            <a:off x="9936480" y="5394960"/>
            <a:ext cx="2377440" cy="411480"/>
          </a:xfrm>
          <a:prstGeom prst="roundRect">
            <a:avLst/>
          </a:prstGeom>
          <a:solidFill>
            <a:srgbClr val="4B88A2"/>
          </a:solidFill>
          <a:ln>
            <a:solidFill>
              <a:srgbClr val="4B8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228</Words>
  <Application>Microsoft Macintosh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Алекс А. Пашов</cp:lastModifiedBy>
  <cp:revision>5</cp:revision>
  <dcterms:created xsi:type="dcterms:W3CDTF">2013-01-27T09:14:16Z</dcterms:created>
  <dcterms:modified xsi:type="dcterms:W3CDTF">2026-05-20T20:15:53Z</dcterms:modified>
  <cp:category/>
</cp:coreProperties>
</file>